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 varScale="1">
        <p:scale>
          <a:sx n="94" d="100"/>
          <a:sy n="94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A6DF-0343-73A0-5D2A-7276B160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BDC64-A214-8E06-879E-19F2B049A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193B9-A000-A70F-68C3-8A156E22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50AC9-409A-7511-47E7-D85E4592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AC8C-91F6-D9B0-63A5-7289DB40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1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B019-F8F5-1B53-3530-A3CD42B7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82E4-89A9-945B-2CF7-7DEAEB4DB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99280-39E9-0026-93C9-90DCC4DE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CAABB-CDD5-6B76-64E1-FC5755C1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5D0F9-83CE-512D-FA8E-12CA1FA1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4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59CC-E938-3780-500B-73F36DD4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3F3D1-D4B3-FF6A-8796-046E1FC30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704D9-7944-43EE-654D-6A2FFB6D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5AC16-D3E9-8DA5-851E-D7BEB408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041EF-F2FB-8061-36F9-1707328F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4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915E-2197-41B4-868B-DBEC7536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BBE31-DC3B-97A2-6D33-15427B707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71660-FFFF-2431-5C66-49EF8004A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67679-73F4-741D-D705-4FAA59E8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3E6B2-1294-D13D-CD3B-A425293E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D5BFF-B41C-91ED-6E82-5DDFA750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2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984C-BEC1-2CD1-3C7E-0D5B96E9B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41652-ACC3-5A2F-8B07-B0E5E8E7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46354-3D2E-7006-B87B-804A4046C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015EA-2608-8FA5-1620-08F8C8654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30763-AA14-EFF5-B777-ACF45491F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083EC-2572-ED28-C193-AB723C32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25FB4-4C3A-EE95-2DED-D976B49B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82E2D6-E758-5E78-1204-C6B45B7B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5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9B11-8F5C-EDAF-67D3-3E86C6DD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90DCE-02F2-11C0-4CD9-4FDB0379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311FE-04C9-B717-C85A-A108F9E1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1172B-430C-3DB7-4B5C-D295142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5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D3A03-E66B-E25F-6BF8-56DEFA06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805D8-9F16-4648-EC00-FB2C8299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A1D46-81AD-6817-1249-BFE6B549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9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16EA-C986-F43E-3D9A-8BA2402F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E3642-8702-1911-6E5D-3B103541C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8D9DF-F37F-57E6-D9E1-1ADB886B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F926F-17B8-5308-D9E5-1EFAFED5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441AA-9808-54BF-0A9B-30962B42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56A4B-1520-0D0B-2C41-BA30D6C4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1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EDDC-0368-9AE8-B598-56759992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64508-CF23-7B8F-ABF3-A6C8C6E45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FD162-CC27-C7D6-9BA7-E921DFEA0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B4A6A-BFC9-5C9B-C6E4-3614F2ED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A85CB-7079-6337-F7DB-125DEC74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50E71-0E98-EC54-A1DE-289F8939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8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B2FD-D22A-399D-9C73-3E6B7316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E0EBB-7517-C42D-E056-783DF6AAB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11C4B-1B1A-6111-5835-18597B28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4451-A947-031B-388E-7E602C77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2939-89E0-CB4C-82B0-001C2E03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D6584-BCCD-EA6A-14BD-DDEBDBF48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C2007-EF3E-F83B-0239-3D8FEA331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38F5D-C3E2-1FB5-4C4B-CF005617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7B2D-8D84-80F3-679F-93D9B8EA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858B3-F470-6799-BEFB-226D9FDC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7AF99-DCBD-4701-5188-7CE52BC4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5F5EB-AF2F-81FC-F6A8-A941B6A2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595EC-35A7-045C-9545-D79ADF3B2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139AF-30F1-E94A-AC2D-8E5A160FE6FE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B651-7279-4884-A291-003BB52EE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D5C03-8C6C-7612-C3EC-0F3A29B0A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FD05E-1EE8-3849-9C91-06AD03E39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EF87-1D40-4D61-053B-F2C62F0AF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ABDD8-4DE8-F95A-5135-D66A4A01A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69F5F-CE6C-9C1A-F6D7-023463BB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212993" cy="666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C3AA-2B5C-0B99-BFA4-9CD2844CB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D64E-B49B-E5AD-E8B4-5A75A299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B9E9C-E800-0446-B6AE-F0A240D6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05104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3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777EB6864FE418DF30D4FF9FA0490" ma:contentTypeVersion="3" ma:contentTypeDescription="Create a new document." ma:contentTypeScope="" ma:versionID="98a405c4e0583bfcd97f27b188cadb94">
  <xsd:schema xmlns:xsd="http://www.w3.org/2001/XMLSchema" xmlns:xs="http://www.w3.org/2001/XMLSchema" xmlns:p="http://schemas.microsoft.com/office/2006/metadata/properties" xmlns:ns2="7468b931-add7-4fec-b4eb-a7ddc311f1a2" targetNamespace="http://schemas.microsoft.com/office/2006/metadata/properties" ma:root="true" ma:fieldsID="84df2d1a37677aab325f513a90fe01f0" ns2:_="">
    <xsd:import namespace="7468b931-add7-4fec-b4eb-a7ddc311f1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8b931-add7-4fec-b4eb-a7ddc311f1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1E99A1-21AC-4BA5-98A9-426220408405}"/>
</file>

<file path=customXml/itemProps2.xml><?xml version="1.0" encoding="utf-8"?>
<ds:datastoreItem xmlns:ds="http://schemas.openxmlformats.org/officeDocument/2006/customXml" ds:itemID="{DA7E846B-211B-4270-86D3-26533DFB82F0}"/>
</file>

<file path=customXml/itemProps3.xml><?xml version="1.0" encoding="utf-8"?>
<ds:datastoreItem xmlns:ds="http://schemas.openxmlformats.org/officeDocument/2006/customXml" ds:itemID="{9B2BF155-FFD4-42C7-B046-7C1BD2CB7C1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Mr.Michael  Arun</dc:creator>
  <cp:lastModifiedBy>Mr.Michael  Arun</cp:lastModifiedBy>
  <cp:revision>1</cp:revision>
  <dcterms:created xsi:type="dcterms:W3CDTF">2025-10-25T13:25:11Z</dcterms:created>
  <dcterms:modified xsi:type="dcterms:W3CDTF">2025-10-25T13:26:16Z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0x010100CA6777EB6864FE418DF30D4FF9FA0490</vt:lpwstr>
  </property>
</Properties>
</file>